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welcoming-re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project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firesid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break-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energy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l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federal-state-fin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creative-fin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break-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regional-worksh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transition-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wrap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