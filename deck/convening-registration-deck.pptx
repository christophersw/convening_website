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-welcoming-remar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-project-fin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-fireside-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-break-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-energy-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-lu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-federal-state-financ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-creative-financ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-break-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-regional-worksh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-transition-br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-wrap-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